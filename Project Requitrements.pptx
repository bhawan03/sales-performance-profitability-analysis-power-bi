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>
                <a:latin typeface="+mj-lt"/>
                <a:ea typeface="+mj-ea"/>
                <a:cs typeface="+mj-cs"/>
              </a:rPr>
              <a:t>ElectroHub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9778"/>
              </p:ext>
            </p:extLst>
          </p:nvPr>
        </p:nvGraphicFramePr>
        <p:xfrm>
          <a:off x="2274214" y="1593283"/>
          <a:ext cx="7738739" cy="409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38739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 dirty="0">
                          <a:effectLst/>
                        </a:rPr>
                        <a:t>Home Appliances</a:t>
                      </a:r>
                      <a:endParaRPr lang="en-IN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 dirty="0">
                          <a:effectLst/>
                        </a:rPr>
                        <a:t>Accessories</a:t>
                      </a:r>
                      <a:endParaRPr lang="en-IN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12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 dirty="0">
                          <a:effectLst/>
                        </a:rPr>
                        <a:t>Personal Care</a:t>
                      </a:r>
                      <a:endParaRPr lang="en-IN" sz="3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CAD47DD-4B10-BE4B-A8D0-812D17ED0509}"/>
              </a:ext>
            </a:extLst>
          </p:cNvPr>
          <p:cNvSpPr txBox="1"/>
          <p:nvPr/>
        </p:nvSpPr>
        <p:spPr>
          <a:xfrm>
            <a:off x="3438615" y="850612"/>
            <a:ext cx="53147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Categories</a:t>
            </a:r>
          </a:p>
        </p:txBody>
      </p:sp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695991" y="1493271"/>
            <a:ext cx="1080001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1) Top/Bottom 5 product by Sales/Profit/Quantity Sold.</a:t>
            </a:r>
            <a:b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2)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How do sales trends vary over time </a:t>
            </a:r>
            <a:r>
              <a:rPr lang="en-IN" sz="2800" dirty="0">
                <a:latin typeface="Aparajita" panose="02020603050405020304" pitchFamily="18" charset="0"/>
                <a:cs typeface="Aparajita" panose="02020603050405020304" pitchFamily="18" charset="0"/>
              </a:rPr>
              <a:t>(daily, monthly, quarterly, annually) </a:t>
            </a: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?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3) Show relationship between sales &amp; profit.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4) Compare sales/profit/quantity sold between any two periods selected by the user.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5) Average discount offered in each discount category.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6) Total number of orders.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7) Show Sales/Profit/Discount/Net Sales/All remaining fields for each order that could be filtered using visual filters. (Product/Date/Customer ID/Promotion Categories)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8) Show sales by different cities.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IN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F8180-4374-0916-3550-92BDD8744CFE}"/>
              </a:ext>
            </a:extLst>
          </p:cNvPr>
          <p:cNvSpPr txBox="1"/>
          <p:nvPr/>
        </p:nvSpPr>
        <p:spPr>
          <a:xfrm>
            <a:off x="4185006" y="758669"/>
            <a:ext cx="3821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50</TotalTime>
  <Words>146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Aparajita</vt:lpstr>
      <vt:lpstr>Arial</vt:lpstr>
      <vt:lpstr>Calibri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bhawan mamidala</cp:lastModifiedBy>
  <cp:revision>36</cp:revision>
  <dcterms:created xsi:type="dcterms:W3CDTF">2024-07-03T21:35:18Z</dcterms:created>
  <dcterms:modified xsi:type="dcterms:W3CDTF">2025-12-31T07:53:24Z</dcterms:modified>
</cp:coreProperties>
</file>